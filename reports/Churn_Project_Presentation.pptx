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Churn Prediction &amp; Retention Strategy (Capstone Project)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Author: Mohit Taluja</a:t>
            </a:r>
          </a:p>
          <a:p>
            <a:r>
              <a:t>End-to-End ML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Customer churn impacts revenue.</a:t>
            </a:r>
          </a:p>
          <a:p>
            <a:r>
              <a:t>Goal: Predict churn &amp; reduce it using ML.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Includes demographics, billing, usage.</a:t>
            </a:r>
          </a:p>
          <a:p>
            <a:r>
              <a:t>Target: is_churn.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Cleaning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Handled missing values &amp; duplicates.</a:t>
            </a:r>
          </a:p>
          <a:p>
            <a:r>
              <a:t>Prepared clean dataset.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- Distribution</a:t>
            </a:r>
          </a:p>
        </p:txBody>
      </p:sp>
      <p:pic>
        <p:nvPicPr>
          <p:cNvPr id="3" name="Picture 2" descr="EDA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5486400" cy="72253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- Relationships</a:t>
            </a:r>
          </a:p>
        </p:txBody>
      </p:sp>
      <p:pic>
        <p:nvPicPr>
          <p:cNvPr id="3" name="Picture 2" descr="EDA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5486400" cy="47661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- Boxplots</a:t>
            </a:r>
          </a:p>
        </p:txBody>
      </p:sp>
      <p:pic>
        <p:nvPicPr>
          <p:cNvPr id="3" name="Picture 2" descr="EDA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5486400" cy="29643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- Correlation</a:t>
            </a:r>
          </a:p>
        </p:txBody>
      </p:sp>
      <p:pic>
        <p:nvPicPr>
          <p:cNvPr id="3" name="Picture 2" descr="EDA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5486400" cy="40542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Created engagement_score, payment_risk, CLV proxy.</a:t>
            </a:r>
          </a:p>
          <a:p>
            <a:r>
              <a:t>Improved model performance.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Building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Used XGBoost with pipeline.</a:t>
            </a:r>
          </a:p>
          <a:p>
            <a:r>
              <a:t>Handled scaling &amp; encoding.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Confusion Matrix</a:t>
            </a:r>
          </a:p>
        </p:txBody>
      </p:sp>
      <p:pic>
        <p:nvPicPr>
          <p:cNvPr id="3" name="Picture 2" descr="Confusion 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5486400" cy="52349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ROC Curve</a:t>
            </a:r>
          </a:p>
        </p:txBody>
      </p:sp>
      <p:pic>
        <p:nvPicPr>
          <p:cNvPr id="3" name="Picture 2" descr="ROC-AUC 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5486400" cy="310980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Streamlit App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Interactive UI for prediction.</a:t>
            </a:r>
          </a:p>
          <a:p>
            <a:r>
              <a:t>Includes dashboard &amp; recommendations.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 UI</a:t>
            </a:r>
          </a:p>
        </p:txBody>
      </p:sp>
      <p:pic>
        <p:nvPicPr>
          <p:cNvPr id="3" name="Picture 2" descr="Snip 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5486400" cy="286861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Prediction Results</a:t>
            </a:r>
          </a:p>
        </p:txBody>
      </p:sp>
      <p:pic>
        <p:nvPicPr>
          <p:cNvPr id="3" name="Picture 2" descr="Snip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5486400" cy="290422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Medium Risk Case</a:t>
            </a:r>
          </a:p>
        </p:txBody>
      </p:sp>
      <p:pic>
        <p:nvPicPr>
          <p:cNvPr id="3" name="Picture 2" descr="Snip 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5486400" cy="290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High Risk Case</a:t>
            </a:r>
          </a:p>
        </p:txBody>
      </p:sp>
      <p:pic>
        <p:nvPicPr>
          <p:cNvPr id="3" name="Picture 2" descr="Snip 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5486400" cy="291303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Target high-risk users.</a:t>
            </a:r>
          </a:p>
          <a:p>
            <a:r>
              <a:t>Improve service &amp; engagement.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ML enables proactive churn reduction.</a:t>
            </a:r>
          </a:p>
          <a:p>
            <a:r>
              <a:t>Improves retention &amp; revenue.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