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Taluja" userId="a2794ab85839cc79" providerId="LiveId" clId="{66DE9D95-FDE0-4DDD-8B91-07E88CD33490}"/>
    <pc:docChg chg="modSld">
      <pc:chgData name="mohit Taluja" userId="a2794ab85839cc79" providerId="LiveId" clId="{66DE9D95-FDE0-4DDD-8B91-07E88CD33490}" dt="2026-03-05T09:18:08.442" v="3" actId="14100"/>
      <pc:docMkLst>
        <pc:docMk/>
      </pc:docMkLst>
      <pc:sldChg chg="modSp mod">
        <pc:chgData name="mohit Taluja" userId="a2794ab85839cc79" providerId="LiveId" clId="{66DE9D95-FDE0-4DDD-8B91-07E88CD33490}" dt="2026-03-05T09:18:08.442" v="3" actId="14100"/>
        <pc:sldMkLst>
          <pc:docMk/>
          <pc:sldMk cId="0" sldId="262"/>
        </pc:sldMkLst>
        <pc:picChg chg="mod">
          <ac:chgData name="mohit Taluja" userId="a2794ab85839cc79" providerId="LiveId" clId="{66DE9D95-FDE0-4DDD-8B91-07E88CD33490}" dt="2026-03-05T09:18:08.442" v="3" actId="14100"/>
          <ac:picMkLst>
            <pc:docMk/>
            <pc:sldMk cId="0" sldId="262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Prediction &amp; Retention Strategy (Capstone Project)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Author: Mohit Taluja</a:t>
            </a:r>
          </a:p>
          <a:p>
            <a:r>
              <a:t>End-to-End ML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impacts revenue.</a:t>
            </a:r>
          </a:p>
          <a:p>
            <a:r>
              <a:t>Goal: Predict churn &amp; reduce it using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demographics, billing, usage.</a:t>
            </a:r>
          </a:p>
          <a:p>
            <a:r>
              <a:t>Target: is_churn.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&amp; duplicates.</a:t>
            </a:r>
          </a:p>
          <a:p>
            <a:r>
              <a:t>Prepared clean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Distribution</a:t>
            </a:r>
          </a:p>
        </p:txBody>
      </p:sp>
      <p:pic>
        <p:nvPicPr>
          <p:cNvPr id="3" name="Picture 2" descr="EDA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4955"/>
            <a:ext cx="7772400" cy="54084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Relationships</a:t>
            </a:r>
          </a:p>
        </p:txBody>
      </p:sp>
      <p:pic>
        <p:nvPicPr>
          <p:cNvPr id="3" name="Picture 2" descr="ED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1600"/>
            <a:ext cx="7580671" cy="47661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Boxplots</a:t>
            </a:r>
          </a:p>
        </p:txBody>
      </p:sp>
      <p:pic>
        <p:nvPicPr>
          <p:cNvPr id="3" name="Picture 2" descr="EDA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7" y="1417637"/>
            <a:ext cx="7925026" cy="4550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Correlation</a:t>
            </a:r>
          </a:p>
        </p:txBody>
      </p:sp>
      <p:pic>
        <p:nvPicPr>
          <p:cNvPr id="3" name="Picture 2" descr="EDA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8" y="1371599"/>
            <a:ext cx="7639665" cy="5088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engagement_score, payment_risk, CLV proxy.</a:t>
            </a:r>
          </a:p>
          <a:p>
            <a:r>
              <a:t>Improved model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XGBoost with pipeline.</a:t>
            </a:r>
          </a:p>
          <a:p>
            <a:r>
              <a:t>Handled scaling &amp; encoding.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onfusion 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45" y="1348422"/>
            <a:ext cx="6617110" cy="5234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</a:t>
            </a:r>
          </a:p>
        </p:txBody>
      </p:sp>
      <p:pic>
        <p:nvPicPr>
          <p:cNvPr id="3" name="Picture 2" descr="ROC-AUC 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17" y="1417638"/>
            <a:ext cx="7155365" cy="43932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UI for prediction.</a:t>
            </a:r>
          </a:p>
          <a:p>
            <a:r>
              <a:t>Includes dashboard &amp; recommendations.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UI</a:t>
            </a:r>
          </a:p>
        </p:txBody>
      </p:sp>
      <p:pic>
        <p:nvPicPr>
          <p:cNvPr id="3" name="Picture 2" descr="Snip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10" y="1509251"/>
            <a:ext cx="7738179" cy="43901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Results</a:t>
            </a:r>
          </a:p>
        </p:txBody>
      </p:sp>
      <p:pic>
        <p:nvPicPr>
          <p:cNvPr id="3" name="Picture 2" descr="Snip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3" y="1519084"/>
            <a:ext cx="7606139" cy="45179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Medium Risk Case</a:t>
            </a:r>
          </a:p>
        </p:txBody>
      </p:sp>
      <p:pic>
        <p:nvPicPr>
          <p:cNvPr id="3" name="Picture 2" descr="Snip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76" y="1386348"/>
            <a:ext cx="7705448" cy="4699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Risk Case</a:t>
            </a:r>
          </a:p>
        </p:txBody>
      </p:sp>
      <p:pic>
        <p:nvPicPr>
          <p:cNvPr id="3" name="Picture 2" descr="Snip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49" y="1417637"/>
            <a:ext cx="7638701" cy="46292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high-risk users.</a:t>
            </a:r>
          </a:p>
          <a:p>
            <a:r>
              <a:t>Improve service &amp; engagement.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enables proactive churn reduction.</a:t>
            </a:r>
          </a:p>
          <a:p>
            <a:r>
              <a:t>Improves retention &amp;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</Words>
  <Application>Microsoft Office PowerPoint</Application>
  <PresentationFormat>On-screen Show (4:3)</PresentationFormat>
  <Paragraphs>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Churn Prediction &amp; Retention Strategy (Capstone Project)</vt:lpstr>
      <vt:lpstr>Problem Statement</vt:lpstr>
      <vt:lpstr>Dataset Overview</vt:lpstr>
      <vt:lpstr>Data Cleaning</vt:lpstr>
      <vt:lpstr>EDA - Distribution</vt:lpstr>
      <vt:lpstr>EDA - Relationships</vt:lpstr>
      <vt:lpstr>EDA - Boxplots</vt:lpstr>
      <vt:lpstr>EDA - Correlation</vt:lpstr>
      <vt:lpstr>Feature Engineering</vt:lpstr>
      <vt:lpstr>Model Building</vt:lpstr>
      <vt:lpstr>Confusion Matrix</vt:lpstr>
      <vt:lpstr>ROC Curve</vt:lpstr>
      <vt:lpstr>Streamlit App</vt:lpstr>
      <vt:lpstr>App UI</vt:lpstr>
      <vt:lpstr>Prediction Results</vt:lpstr>
      <vt:lpstr>Medium Risk Case</vt:lpstr>
      <vt:lpstr>High Risk Case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mohit Taluja</dc:creator>
  <cp:keywords/>
  <dc:description>generated using python-pptx</dc:description>
  <cp:lastModifiedBy>mohit Taluja</cp:lastModifiedBy>
  <cp:revision>2</cp:revision>
  <dcterms:created xsi:type="dcterms:W3CDTF">2013-01-27T09:14:16Z</dcterms:created>
  <dcterms:modified xsi:type="dcterms:W3CDTF">2026-03-05T09:18:12Z</dcterms:modified>
  <cp:category/>
</cp:coreProperties>
</file>